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9" r:id="rId2"/>
    <p:sldId id="271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FFF"/>
    <a:srgbClr val="007FFF"/>
    <a:srgbClr val="BBE0E3"/>
    <a:srgbClr val="BBE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36" autoAdjust="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8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93469-08A8-804F-865A-B6799BA1D61B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AB4FC-11A6-C644-8280-0FBAAFF53A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622C1-AA4C-674B-B0F2-7DDE1C2A7AE9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B3F2-A574-244C-9101-2D58FC63AE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B7FB994-FD01-C24B-BB11-9A42A36E17D3}"/>
              </a:ext>
            </a:extLst>
          </p:cNvPr>
          <p:cNvGrpSpPr/>
          <p:nvPr/>
        </p:nvGrpSpPr>
        <p:grpSpPr>
          <a:xfrm>
            <a:off x="924129" y="1443262"/>
            <a:ext cx="6398018" cy="4185498"/>
            <a:chOff x="924129" y="1443262"/>
            <a:chExt cx="6398018" cy="4185498"/>
          </a:xfrm>
          <a:effectLst/>
        </p:grpSpPr>
        <p:sp>
          <p:nvSpPr>
            <p:cNvPr id="36" name="Cloud 35"/>
            <p:cNvSpPr/>
            <p:nvPr/>
          </p:nvSpPr>
          <p:spPr>
            <a:xfrm>
              <a:off x="924129" y="5074579"/>
              <a:ext cx="6398018" cy="554181"/>
            </a:xfrm>
            <a:prstGeom prst="cloud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</a:rPr>
                <a:t>network</a:t>
              </a: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924129" y="1720354"/>
              <a:ext cx="2957208" cy="3162931"/>
            </a:xfrm>
            <a:prstGeom prst="roundRect">
              <a:avLst>
                <a:gd name="adj" fmla="val 1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b"/>
            <a:lstStyle/>
            <a:p>
              <a:pPr defTabSz="914400" eaLnBrk="0" hangingPunct="0"/>
              <a:r>
                <a:rPr lang="en-US" sz="1400" b="1" kern="0" dirty="0" err="1">
                  <a:solidFill>
                    <a:sysClr val="windowText" lastClr="000000"/>
                  </a:solidFill>
                  <a:latin typeface="Arial"/>
                  <a:cs typeface="Arial"/>
                </a:rPr>
                <a:t>Node</a:t>
              </a:r>
              <a:r>
                <a:rPr lang="en-US" sz="1400" b="1" kern="0" baseline="-25000" dirty="0" err="1">
                  <a:solidFill>
                    <a:sysClr val="windowText" lastClr="000000"/>
                  </a:solidFill>
                  <a:latin typeface="Arial"/>
                  <a:cs typeface="Arial"/>
                </a:rPr>
                <a:t>i</a:t>
              </a:r>
              <a:endParaRPr lang="en-US" sz="1400" b="1" kern="0" baseline="-2500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  <p:cxnSp>
          <p:nvCxnSpPr>
            <p:cNvPr id="37" name="Straight Arrow Connector 36"/>
            <p:cNvCxnSpPr>
              <a:cxnSpLocks/>
              <a:endCxn id="3" idx="2"/>
            </p:cNvCxnSpPr>
            <p:nvPr/>
          </p:nvCxnSpPr>
          <p:spPr>
            <a:xfrm flipV="1">
              <a:off x="2402733" y="4883285"/>
              <a:ext cx="0" cy="428018"/>
            </a:xfrm>
            <a:prstGeom prst="straightConnector1">
              <a:avLst/>
            </a:prstGeom>
            <a:ln>
              <a:headEnd type="arrow"/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/>
              <a:stCxn id="27" idx="0"/>
            </p:cNvCxnSpPr>
            <p:nvPr/>
          </p:nvCxnSpPr>
          <p:spPr>
            <a:xfrm flipV="1">
              <a:off x="1709630" y="2772666"/>
              <a:ext cx="0" cy="248992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997275" y="3021658"/>
              <a:ext cx="1424710" cy="48586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Monitor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992219" y="4128002"/>
              <a:ext cx="2830750" cy="4474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Dissemination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7365688-0C82-C44B-9980-F6780A292721}"/>
                </a:ext>
              </a:extLst>
            </p:cNvPr>
            <p:cNvGrpSpPr/>
            <p:nvPr/>
          </p:nvGrpSpPr>
          <p:grpSpPr>
            <a:xfrm>
              <a:off x="992219" y="1760708"/>
              <a:ext cx="2830750" cy="1011957"/>
              <a:chOff x="1070043" y="1284051"/>
              <a:chExt cx="2830750" cy="1011957"/>
            </a:xfrm>
          </p:grpSpPr>
          <p:sp>
            <p:nvSpPr>
              <p:cNvPr id="26" name="Rounded Rectangle 25"/>
              <p:cNvSpPr/>
              <p:nvPr/>
            </p:nvSpPr>
            <p:spPr>
              <a:xfrm>
                <a:off x="1070043" y="1284051"/>
                <a:ext cx="2830750" cy="1011957"/>
              </a:xfrm>
              <a:prstGeom prst="roundRect">
                <a:avLst>
                  <a:gd name="adj" fmla="val 6990"/>
                </a:avLst>
              </a:prstGeom>
              <a:solidFill>
                <a:schemeClr val="bg1">
                  <a:lumMod val="95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wrap="none" anchor="b"/>
              <a:lstStyle/>
              <a:p>
                <a:pPr algn="r" defTabSz="914400" eaLnBrk="0" hangingPunct="0"/>
                <a:r>
                  <a:rPr lang="en-US" sz="1400" b="1" kern="0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Service Pool</a:t>
                </a:r>
              </a:p>
            </p:txBody>
          </p:sp>
          <p:sp>
            <p:nvSpPr>
              <p:cNvPr id="34" name="AutoShape 201"/>
              <p:cNvSpPr>
                <a:spLocks noChangeArrowheads="1"/>
              </p:cNvSpPr>
              <p:nvPr/>
            </p:nvSpPr>
            <p:spPr bwMode="auto">
              <a:xfrm>
                <a:off x="1142311" y="1332424"/>
                <a:ext cx="686489" cy="620793"/>
              </a:xfrm>
              <a:prstGeom prst="roundRect">
                <a:avLst>
                  <a:gd name="adj" fmla="val 4635"/>
                </a:avLst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S</a:t>
                </a:r>
                <a:r>
                  <a:rPr kumimoji="0" lang="en-US" sz="1400" b="1" i="1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1</a:t>
                </a:r>
              </a:p>
            </p:txBody>
          </p:sp>
          <p:sp>
            <p:nvSpPr>
              <p:cNvPr id="22" name="AutoShape 201">
                <a:extLst>
                  <a:ext uri="{FF2B5EF4-FFF2-40B4-BE49-F238E27FC236}">
                    <a16:creationId xmlns:a16="http://schemas.microsoft.com/office/drawing/2014/main" id="{06CBB468-D183-6944-A077-3DA5C92705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5534" y="1332424"/>
                <a:ext cx="686891" cy="620793"/>
              </a:xfrm>
              <a:prstGeom prst="roundRect">
                <a:avLst>
                  <a:gd name="adj" fmla="val 4635"/>
                </a:avLst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S</a:t>
                </a:r>
                <a:r>
                  <a:rPr kumimoji="0" lang="en-US" sz="1400" b="1" i="1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2</a:t>
                </a:r>
              </a:p>
            </p:txBody>
          </p:sp>
          <p:sp>
            <p:nvSpPr>
              <p:cNvPr id="24" name="AutoShape 201">
                <a:extLst>
                  <a:ext uri="{FF2B5EF4-FFF2-40B4-BE49-F238E27FC236}">
                    <a16:creationId xmlns:a16="http://schemas.microsoft.com/office/drawing/2014/main" id="{D0C86036-E0E3-0C40-996F-8A202B5CD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5688" y="1332425"/>
                <a:ext cx="691084" cy="609746"/>
              </a:xfrm>
              <a:prstGeom prst="roundRect">
                <a:avLst>
                  <a:gd name="adj" fmla="val 4635"/>
                </a:avLst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S</a:t>
                </a:r>
                <a:r>
                  <a:rPr kumimoji="0" lang="en-US" sz="1400" b="1" i="1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A6A5D4-4609-AB41-8E5E-300AED3E780A}"/>
                  </a:ext>
                </a:extLst>
              </p:cNvPr>
              <p:cNvSpPr txBox="1"/>
              <p:nvPr/>
            </p:nvSpPr>
            <p:spPr>
              <a:xfrm>
                <a:off x="2647290" y="1357395"/>
                <a:ext cx="468398" cy="58477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sz="3200" dirty="0"/>
                  <a:t>…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EDDEC1E-BA7D-9D48-A1DB-2EB1BF72AC4F}"/>
                </a:ext>
              </a:extLst>
            </p:cNvPr>
            <p:cNvCxnSpPr>
              <a:cxnSpLocks/>
              <a:stCxn id="34" idx="0"/>
              <a:endCxn id="35" idx="0"/>
            </p:cNvCxnSpPr>
            <p:nvPr/>
          </p:nvCxnSpPr>
          <p:spPr>
            <a:xfrm flipH="1" flipV="1">
              <a:off x="1407730" y="1581808"/>
              <a:ext cx="2" cy="22727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1360A8D-7D5D-C14C-866D-720A8863899C}"/>
                </a:ext>
              </a:extLst>
            </p:cNvPr>
            <p:cNvSpPr/>
            <p:nvPr/>
          </p:nvSpPr>
          <p:spPr>
            <a:xfrm rot="10800000">
              <a:off x="1332685" y="1443262"/>
              <a:ext cx="150091" cy="138546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D0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4C6CDF2-87BD-DF4A-9ED7-D68EF9F50616}"/>
                </a:ext>
              </a:extLst>
            </p:cNvPr>
            <p:cNvCxnSpPr>
              <a:cxnSpLocks/>
              <a:stCxn id="22" idx="0"/>
              <a:endCxn id="44" idx="0"/>
            </p:cNvCxnSpPr>
            <p:nvPr/>
          </p:nvCxnSpPr>
          <p:spPr>
            <a:xfrm flipV="1">
              <a:off x="2151156" y="1597774"/>
              <a:ext cx="2776" cy="21130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E3C9A00-B1D5-C144-A13B-5F9B7174C977}"/>
                </a:ext>
              </a:extLst>
            </p:cNvPr>
            <p:cNvSpPr/>
            <p:nvPr/>
          </p:nvSpPr>
          <p:spPr>
            <a:xfrm rot="10800000">
              <a:off x="2078887" y="1459228"/>
              <a:ext cx="150091" cy="138546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D0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2842819-CA88-3F4A-A919-8B110D566AC5}"/>
                </a:ext>
              </a:extLst>
            </p:cNvPr>
            <p:cNvCxnSpPr>
              <a:cxnSpLocks/>
              <a:stCxn id="24" idx="0"/>
              <a:endCxn id="50" idx="0"/>
            </p:cNvCxnSpPr>
            <p:nvPr/>
          </p:nvCxnSpPr>
          <p:spPr>
            <a:xfrm flipH="1" flipV="1">
              <a:off x="3383405" y="1581808"/>
              <a:ext cx="1" cy="22727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09F988D-F474-6D49-9F32-DC8CD5F8F028}"/>
                </a:ext>
              </a:extLst>
            </p:cNvPr>
            <p:cNvSpPr/>
            <p:nvPr/>
          </p:nvSpPr>
          <p:spPr>
            <a:xfrm rot="10800000">
              <a:off x="3308360" y="1443262"/>
              <a:ext cx="150091" cy="138546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D0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C5FA463B-8A06-DE43-98DD-0BF28644EBEA}"/>
                </a:ext>
              </a:extLst>
            </p:cNvPr>
            <p:cNvSpPr/>
            <p:nvPr/>
          </p:nvSpPr>
          <p:spPr>
            <a:xfrm>
              <a:off x="4364938" y="1720354"/>
              <a:ext cx="2957208" cy="3162931"/>
            </a:xfrm>
            <a:prstGeom prst="roundRect">
              <a:avLst>
                <a:gd name="adj" fmla="val 1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b"/>
            <a:lstStyle/>
            <a:p>
              <a:pPr algn="r" defTabSz="914400" eaLnBrk="0" hangingPunct="0"/>
              <a:r>
                <a:rPr lang="en-US" sz="1400" b="1" kern="0" dirty="0" err="1">
                  <a:solidFill>
                    <a:sysClr val="windowText" lastClr="000000"/>
                  </a:solidFill>
                  <a:latin typeface="Arial"/>
                  <a:cs typeface="Arial"/>
                </a:rPr>
                <a:t>Node</a:t>
              </a:r>
              <a:r>
                <a:rPr lang="en-US" sz="1400" b="1" kern="0" baseline="-25000" dirty="0" err="1">
                  <a:solidFill>
                    <a:sysClr val="windowText" lastClr="000000"/>
                  </a:solidFill>
                  <a:latin typeface="Arial"/>
                  <a:cs typeface="Arial"/>
                </a:rPr>
                <a:t>j</a:t>
              </a:r>
              <a:endParaRPr lang="en-US" sz="1400" b="1" kern="0" baseline="-2500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575CCC3-239B-A746-973E-CB153C073414}"/>
                </a:ext>
              </a:extLst>
            </p:cNvPr>
            <p:cNvCxnSpPr>
              <a:cxnSpLocks/>
              <a:endCxn id="87" idx="2"/>
            </p:cNvCxnSpPr>
            <p:nvPr/>
          </p:nvCxnSpPr>
          <p:spPr>
            <a:xfrm flipV="1">
              <a:off x="5843542" y="4883285"/>
              <a:ext cx="0" cy="428018"/>
            </a:xfrm>
            <a:prstGeom prst="straightConnector1">
              <a:avLst/>
            </a:prstGeom>
            <a:ln>
              <a:headEnd type="arrow"/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54A3FDE-D711-0B49-B2E7-29BD39268BAF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flipV="1">
              <a:off x="5145383" y="2772665"/>
              <a:ext cx="0" cy="248993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39EB496-0CF1-AC4C-B860-A3E0B1966C9B}"/>
                </a:ext>
              </a:extLst>
            </p:cNvPr>
            <p:cNvGrpSpPr/>
            <p:nvPr/>
          </p:nvGrpSpPr>
          <p:grpSpPr>
            <a:xfrm>
              <a:off x="4433028" y="1760708"/>
              <a:ext cx="2830750" cy="1011957"/>
              <a:chOff x="1070043" y="1284051"/>
              <a:chExt cx="2830750" cy="1011957"/>
            </a:xfrm>
          </p:grpSpPr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439DB12D-49A2-8541-9F26-A89AC35773F6}"/>
                  </a:ext>
                </a:extLst>
              </p:cNvPr>
              <p:cNvSpPr/>
              <p:nvPr/>
            </p:nvSpPr>
            <p:spPr>
              <a:xfrm>
                <a:off x="1070043" y="1284051"/>
                <a:ext cx="2830750" cy="1011957"/>
              </a:xfrm>
              <a:prstGeom prst="roundRect">
                <a:avLst>
                  <a:gd name="adj" fmla="val 6990"/>
                </a:avLst>
              </a:prstGeom>
              <a:solidFill>
                <a:schemeClr val="bg1">
                  <a:lumMod val="95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wrap="none" anchor="b"/>
              <a:lstStyle/>
              <a:p>
                <a:pPr algn="r" defTabSz="914400" eaLnBrk="0" hangingPunct="0"/>
                <a:r>
                  <a:rPr lang="en-US" sz="1400" b="1" kern="0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Service Pool</a:t>
                </a:r>
              </a:p>
            </p:txBody>
          </p:sp>
          <p:sp>
            <p:nvSpPr>
              <p:cNvPr id="102" name="AutoShape 201">
                <a:extLst>
                  <a:ext uri="{FF2B5EF4-FFF2-40B4-BE49-F238E27FC236}">
                    <a16:creationId xmlns:a16="http://schemas.microsoft.com/office/drawing/2014/main" id="{4414D4CB-DBD3-3242-8318-4482B7F67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2311" y="1332424"/>
                <a:ext cx="686489" cy="620793"/>
              </a:xfrm>
              <a:prstGeom prst="roundRect">
                <a:avLst>
                  <a:gd name="adj" fmla="val 4635"/>
                </a:avLst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S</a:t>
                </a:r>
                <a:r>
                  <a:rPr kumimoji="0" lang="en-US" sz="1400" b="1" i="1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1</a:t>
                </a:r>
              </a:p>
            </p:txBody>
          </p:sp>
          <p:sp>
            <p:nvSpPr>
              <p:cNvPr id="103" name="AutoShape 201">
                <a:extLst>
                  <a:ext uri="{FF2B5EF4-FFF2-40B4-BE49-F238E27FC236}">
                    <a16:creationId xmlns:a16="http://schemas.microsoft.com/office/drawing/2014/main" id="{54154F84-8686-B54D-ADCD-ED143A9C3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5534" y="1332424"/>
                <a:ext cx="686891" cy="620793"/>
              </a:xfrm>
              <a:prstGeom prst="roundRect">
                <a:avLst>
                  <a:gd name="adj" fmla="val 4635"/>
                </a:avLst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S</a:t>
                </a:r>
                <a:r>
                  <a:rPr kumimoji="0" lang="en-US" sz="1400" b="1" i="1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2</a:t>
                </a:r>
              </a:p>
            </p:txBody>
          </p:sp>
          <p:sp>
            <p:nvSpPr>
              <p:cNvPr id="104" name="AutoShape 201">
                <a:extLst>
                  <a:ext uri="{FF2B5EF4-FFF2-40B4-BE49-F238E27FC236}">
                    <a16:creationId xmlns:a16="http://schemas.microsoft.com/office/drawing/2014/main" id="{79CFB6CB-8863-D248-ADCC-DB4F323F4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5688" y="1332425"/>
                <a:ext cx="691084" cy="609746"/>
              </a:xfrm>
              <a:prstGeom prst="roundRect">
                <a:avLst>
                  <a:gd name="adj" fmla="val 4635"/>
                </a:avLst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S</a:t>
                </a:r>
                <a:r>
                  <a:rPr kumimoji="0" lang="en-US" sz="1400" b="1" i="1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uLnTx/>
                    <a:uFillTx/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D0DA44-6D2E-6542-AD67-B6B37B771C2A}"/>
                  </a:ext>
                </a:extLst>
              </p:cNvPr>
              <p:cNvSpPr txBox="1"/>
              <p:nvPr/>
            </p:nvSpPr>
            <p:spPr>
              <a:xfrm>
                <a:off x="2647290" y="1357395"/>
                <a:ext cx="468398" cy="58477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sz="3200" dirty="0"/>
                  <a:t>…</a:t>
                </a:r>
              </a:p>
            </p:txBody>
          </p:sp>
        </p:grp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4348D7C-1F64-6A48-B54E-80166C16B1BE}"/>
                </a:ext>
              </a:extLst>
            </p:cNvPr>
            <p:cNvCxnSpPr>
              <a:cxnSpLocks/>
              <a:stCxn id="102" idx="0"/>
              <a:endCxn id="96" idx="0"/>
            </p:cNvCxnSpPr>
            <p:nvPr/>
          </p:nvCxnSpPr>
          <p:spPr>
            <a:xfrm flipH="1" flipV="1">
              <a:off x="4848539" y="1581808"/>
              <a:ext cx="2" cy="22727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7F111B9-4B7A-C049-820D-0C4B0B5ED53B}"/>
                </a:ext>
              </a:extLst>
            </p:cNvPr>
            <p:cNvSpPr/>
            <p:nvPr/>
          </p:nvSpPr>
          <p:spPr>
            <a:xfrm rot="10800000">
              <a:off x="4773494" y="1443262"/>
              <a:ext cx="150091" cy="138546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D0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3CA7BFD-BF9E-604C-97D1-391B3C4ECC69}"/>
                </a:ext>
              </a:extLst>
            </p:cNvPr>
            <p:cNvCxnSpPr>
              <a:cxnSpLocks/>
              <a:stCxn id="103" idx="0"/>
              <a:endCxn id="98" idx="0"/>
            </p:cNvCxnSpPr>
            <p:nvPr/>
          </p:nvCxnSpPr>
          <p:spPr>
            <a:xfrm flipV="1">
              <a:off x="5591965" y="1597774"/>
              <a:ext cx="2776" cy="21130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079817EE-2D25-A442-A8D4-2191EBE7684B}"/>
                </a:ext>
              </a:extLst>
            </p:cNvPr>
            <p:cNvSpPr/>
            <p:nvPr/>
          </p:nvSpPr>
          <p:spPr>
            <a:xfrm rot="10800000">
              <a:off x="5519696" y="1459228"/>
              <a:ext cx="150091" cy="138546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D0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E2A23FA-54D7-144A-A024-E1C55ED6A785}"/>
                </a:ext>
              </a:extLst>
            </p:cNvPr>
            <p:cNvCxnSpPr>
              <a:cxnSpLocks/>
              <a:stCxn id="104" idx="0"/>
              <a:endCxn id="100" idx="0"/>
            </p:cNvCxnSpPr>
            <p:nvPr/>
          </p:nvCxnSpPr>
          <p:spPr>
            <a:xfrm flipH="1" flipV="1">
              <a:off x="6824214" y="1581808"/>
              <a:ext cx="1" cy="22727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055E569-58CC-0D4B-B7F0-60AD0938B62C}"/>
                </a:ext>
              </a:extLst>
            </p:cNvPr>
            <p:cNvSpPr/>
            <p:nvPr/>
          </p:nvSpPr>
          <p:spPr>
            <a:xfrm rot="10800000">
              <a:off x="6749169" y="1443262"/>
              <a:ext cx="150091" cy="138546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D0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EA3120C-AA20-DC42-9AFD-270C3F1CAE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1639" y="2772666"/>
              <a:ext cx="0" cy="821378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997529" y="3594044"/>
              <a:ext cx="2825440" cy="4474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Assembly Manager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E1318272-F297-9248-A7FF-EA20B78B29F9}"/>
                </a:ext>
              </a:extLst>
            </p:cNvPr>
            <p:cNvSpPr/>
            <p:nvPr/>
          </p:nvSpPr>
          <p:spPr>
            <a:xfrm>
              <a:off x="4433028" y="3021658"/>
              <a:ext cx="1424710" cy="48586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Monitor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2E0174C4-CD2D-9B43-8373-85165EB38E2E}"/>
                </a:ext>
              </a:extLst>
            </p:cNvPr>
            <p:cNvSpPr/>
            <p:nvPr/>
          </p:nvSpPr>
          <p:spPr>
            <a:xfrm>
              <a:off x="4433028" y="4128003"/>
              <a:ext cx="2830750" cy="4474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Dissemination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8D214F5-4AE0-B84D-BC83-F5363B63C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2057" y="2772666"/>
              <a:ext cx="0" cy="821378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542A47FC-E0D2-FA48-B0A5-7D6C578065B9}"/>
                </a:ext>
              </a:extLst>
            </p:cNvPr>
            <p:cNvSpPr/>
            <p:nvPr/>
          </p:nvSpPr>
          <p:spPr>
            <a:xfrm>
              <a:off x="4433028" y="3594044"/>
              <a:ext cx="2830750" cy="4474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Assembly Manager</a:t>
              </a: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23A23B6-E3B5-5448-985F-22B82117653E}"/>
                </a:ext>
              </a:extLst>
            </p:cNvPr>
            <p:cNvCxnSpPr>
              <a:cxnSpLocks/>
              <a:stCxn id="4" idx="3"/>
              <a:endCxn id="52" idx="1"/>
            </p:cNvCxnSpPr>
            <p:nvPr/>
          </p:nvCxnSpPr>
          <p:spPr>
            <a:xfrm>
              <a:off x="3822969" y="4351721"/>
              <a:ext cx="610059" cy="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241781DE-02C8-3945-905F-E00D5B4C72C7}"/>
                </a:ext>
              </a:extLst>
            </p:cNvPr>
            <p:cNvCxnSpPr>
              <a:cxnSpLocks/>
              <a:stCxn id="6" idx="3"/>
              <a:endCxn id="54" idx="1"/>
            </p:cNvCxnSpPr>
            <p:nvPr/>
          </p:nvCxnSpPr>
          <p:spPr>
            <a:xfrm>
              <a:off x="3822969" y="3817763"/>
              <a:ext cx="610059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79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32554" y="1566686"/>
            <a:ext cx="7483039" cy="4032894"/>
            <a:chOff x="432554" y="1566686"/>
            <a:chExt cx="7483039" cy="4032894"/>
          </a:xfrm>
        </p:grpSpPr>
        <p:sp>
          <p:nvSpPr>
            <p:cNvPr id="36" name="Cloud 35"/>
            <p:cNvSpPr/>
            <p:nvPr/>
          </p:nvSpPr>
          <p:spPr>
            <a:xfrm>
              <a:off x="432554" y="4202545"/>
              <a:ext cx="7337537" cy="1397035"/>
            </a:xfrm>
            <a:prstGeom prst="clou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network</a:t>
              </a: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98106" y="2923721"/>
              <a:ext cx="1639457" cy="700096"/>
            </a:xfrm>
            <a:prstGeom prst="roundRect">
              <a:avLst>
                <a:gd name="adj" fmla="val 6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t"/>
            <a:lstStyle/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Service </a:t>
              </a:r>
            </a:p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Management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047928" y="4585497"/>
              <a:ext cx="939812" cy="381022"/>
              <a:chOff x="1331192" y="4606637"/>
              <a:chExt cx="939812" cy="381022"/>
            </a:xfrm>
          </p:grpSpPr>
          <p:cxnSp>
            <p:nvCxnSpPr>
              <p:cNvPr id="37" name="Straight Arrow Connector 36"/>
              <p:cNvCxnSpPr/>
              <p:nvPr/>
            </p:nvCxnSpPr>
            <p:spPr>
              <a:xfrm flipV="1">
                <a:off x="2271004" y="4606637"/>
                <a:ext cx="0" cy="38102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>
                <a:off x="1331192" y="4606637"/>
                <a:ext cx="0" cy="38102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 rot="10800000">
              <a:off x="432554" y="2474411"/>
              <a:ext cx="415637" cy="138546"/>
              <a:chOff x="5091551" y="946727"/>
              <a:chExt cx="415637" cy="138546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5091551" y="1016000"/>
                <a:ext cx="2655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/>
              <p:cNvSpPr/>
              <p:nvPr/>
            </p:nvSpPr>
            <p:spPr>
              <a:xfrm>
                <a:off x="5357097" y="946727"/>
                <a:ext cx="150091" cy="13854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D0D0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212883" y="2378142"/>
              <a:ext cx="609217" cy="310309"/>
              <a:chOff x="3094187" y="2275881"/>
              <a:chExt cx="609217" cy="310309"/>
            </a:xfrm>
          </p:grpSpPr>
          <p:sp>
            <p:nvSpPr>
              <p:cNvPr id="35" name="Arc 34"/>
              <p:cNvSpPr/>
              <p:nvPr/>
            </p:nvSpPr>
            <p:spPr>
              <a:xfrm rot="10800000">
                <a:off x="3385512" y="2275881"/>
                <a:ext cx="317892" cy="310309"/>
              </a:xfrm>
              <a:prstGeom prst="arc">
                <a:avLst>
                  <a:gd name="adj1" fmla="val 16709726"/>
                  <a:gd name="adj2" fmla="val 5178448"/>
                </a:avLst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/>
              <p:cNvCxnSpPr/>
              <p:nvPr/>
            </p:nvCxnSpPr>
            <p:spPr>
              <a:xfrm flipH="1">
                <a:off x="3094187" y="2424553"/>
                <a:ext cx="291325" cy="0"/>
              </a:xfrm>
              <a:prstGeom prst="line">
                <a:avLst/>
              </a:prstGeom>
              <a:ln>
                <a:solidFill>
                  <a:srgbClr val="0D0D0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AutoShape 201"/>
            <p:cNvSpPr>
              <a:spLocks noChangeArrowheads="1"/>
            </p:cNvSpPr>
            <p:nvPr/>
          </p:nvSpPr>
          <p:spPr bwMode="auto">
            <a:xfrm>
              <a:off x="698106" y="2197320"/>
              <a:ext cx="1639457" cy="692728"/>
            </a:xfrm>
            <a:prstGeom prst="roundRect">
              <a:avLst>
                <a:gd name="adj" fmla="val 4635"/>
              </a:avLst>
            </a:prstGeom>
            <a:gradFill rotWithShape="1">
              <a:gsLst>
                <a:gs pos="0">
                  <a:srgbClr val="E8E8FA"/>
                </a:gs>
                <a:gs pos="64999">
                  <a:srgbClr val="C3C3EF"/>
                </a:gs>
                <a:gs pos="100000">
                  <a:srgbClr val="A8A8EA"/>
                </a:gs>
              </a:gsLst>
              <a:lin ang="5400000" scaled="1"/>
            </a:gradFill>
            <a:ln w="9525">
              <a:solidFill>
                <a:srgbClr val="2F2F9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Arial"/>
                  <a:cs typeface="Arial"/>
                </a:rPr>
                <a:t>Service</a:t>
              </a:r>
              <a:endParaRPr kumimoji="0" lang="en-US" sz="15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3256398" y="2982622"/>
              <a:ext cx="1639457" cy="992912"/>
            </a:xfrm>
            <a:prstGeom prst="roundRect">
              <a:avLst>
                <a:gd name="adj" fmla="val 6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Node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3256398" y="2299097"/>
              <a:ext cx="1639457" cy="658125"/>
            </a:xfrm>
            <a:prstGeom prst="roundRect">
              <a:avLst>
                <a:gd name="adj" fmla="val 6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t"/>
            <a:lstStyle/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Service </a:t>
              </a:r>
            </a:p>
            <a:p>
              <a:pPr algn="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Management</a:t>
              </a: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3606220" y="3975534"/>
              <a:ext cx="939812" cy="381022"/>
              <a:chOff x="1331192" y="4606637"/>
              <a:chExt cx="939812" cy="381022"/>
            </a:xfrm>
          </p:grpSpPr>
          <p:cxnSp>
            <p:nvCxnSpPr>
              <p:cNvPr id="76" name="Straight Arrow Connector 75"/>
              <p:cNvCxnSpPr/>
              <p:nvPr/>
            </p:nvCxnSpPr>
            <p:spPr>
              <a:xfrm flipV="1">
                <a:off x="2271004" y="4606637"/>
                <a:ext cx="0" cy="38102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1331192" y="4606637"/>
                <a:ext cx="0" cy="38102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 rot="10800000">
              <a:off x="2990846" y="1843777"/>
              <a:ext cx="415637" cy="138546"/>
              <a:chOff x="5091551" y="946727"/>
              <a:chExt cx="415637" cy="138546"/>
            </a:xfrm>
          </p:grpSpPr>
          <p:cxnSp>
            <p:nvCxnSpPr>
              <p:cNvPr id="74" name="Straight Connector 73"/>
              <p:cNvCxnSpPr/>
              <p:nvPr/>
            </p:nvCxnSpPr>
            <p:spPr>
              <a:xfrm>
                <a:off x="5091551" y="1016000"/>
                <a:ext cx="2655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/>
              <p:cNvSpPr/>
              <p:nvPr/>
            </p:nvSpPr>
            <p:spPr>
              <a:xfrm>
                <a:off x="5357097" y="946727"/>
                <a:ext cx="150091" cy="13854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D0D0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4768860" y="1572018"/>
              <a:ext cx="611532" cy="682064"/>
              <a:chOff x="2528460" y="2462020"/>
              <a:chExt cx="611532" cy="682064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2528460" y="2462020"/>
                <a:ext cx="609217" cy="310309"/>
                <a:chOff x="3094187" y="2472146"/>
                <a:chExt cx="609217" cy="310309"/>
              </a:xfrm>
            </p:grpSpPr>
            <p:sp>
              <p:nvSpPr>
                <p:cNvPr id="72" name="Arc 71"/>
                <p:cNvSpPr/>
                <p:nvPr/>
              </p:nvSpPr>
              <p:spPr>
                <a:xfrm rot="10800000">
                  <a:off x="3385512" y="2472146"/>
                  <a:ext cx="317892" cy="310309"/>
                </a:xfrm>
                <a:prstGeom prst="arc">
                  <a:avLst>
                    <a:gd name="adj1" fmla="val 16709726"/>
                    <a:gd name="adj2" fmla="val 5178448"/>
                  </a:avLst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3" name="Straight Connector 72"/>
                <p:cNvCxnSpPr/>
                <p:nvPr/>
              </p:nvCxnSpPr>
              <p:spPr>
                <a:xfrm flipH="1">
                  <a:off x="3094187" y="2620818"/>
                  <a:ext cx="291325" cy="0"/>
                </a:xfrm>
                <a:prstGeom prst="line">
                  <a:avLst/>
                </a:prstGeom>
                <a:ln>
                  <a:solidFill>
                    <a:srgbClr val="0D0D0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>
                <a:off x="2530775" y="2833775"/>
                <a:ext cx="609217" cy="310309"/>
                <a:chOff x="3094187" y="2472146"/>
                <a:chExt cx="609217" cy="310309"/>
              </a:xfrm>
            </p:grpSpPr>
            <p:sp>
              <p:nvSpPr>
                <p:cNvPr id="70" name="Arc 69"/>
                <p:cNvSpPr/>
                <p:nvPr/>
              </p:nvSpPr>
              <p:spPr>
                <a:xfrm rot="10800000">
                  <a:off x="3385512" y="2472146"/>
                  <a:ext cx="317892" cy="310309"/>
                </a:xfrm>
                <a:prstGeom prst="arc">
                  <a:avLst>
                    <a:gd name="adj1" fmla="val 16709726"/>
                    <a:gd name="adj2" fmla="val 5178448"/>
                  </a:avLst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1" name="Straight Connector 70"/>
                <p:cNvCxnSpPr/>
                <p:nvPr/>
              </p:nvCxnSpPr>
              <p:spPr>
                <a:xfrm flipH="1">
                  <a:off x="3094187" y="2620818"/>
                  <a:ext cx="291325" cy="0"/>
                </a:xfrm>
                <a:prstGeom prst="line">
                  <a:avLst/>
                </a:prstGeom>
                <a:ln>
                  <a:solidFill>
                    <a:srgbClr val="0D0D0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7" name="AutoShape 201"/>
            <p:cNvSpPr>
              <a:spLocks noChangeArrowheads="1"/>
            </p:cNvSpPr>
            <p:nvPr/>
          </p:nvSpPr>
          <p:spPr bwMode="auto">
            <a:xfrm>
              <a:off x="3256398" y="1566686"/>
              <a:ext cx="1639457" cy="692728"/>
            </a:xfrm>
            <a:prstGeom prst="roundRect">
              <a:avLst>
                <a:gd name="adj" fmla="val 4635"/>
              </a:avLst>
            </a:prstGeom>
            <a:gradFill rotWithShape="1">
              <a:gsLst>
                <a:gs pos="0">
                  <a:srgbClr val="E8E8FA"/>
                </a:gs>
                <a:gs pos="64999">
                  <a:srgbClr val="C3C3EF"/>
                </a:gs>
                <a:gs pos="100000">
                  <a:srgbClr val="A8A8EA"/>
                </a:gs>
              </a:gsLst>
              <a:lin ang="5400000" scaled="1"/>
            </a:gradFill>
            <a:ln w="9525">
              <a:solidFill>
                <a:srgbClr val="2F2F9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Arial"/>
                  <a:cs typeface="Arial"/>
                </a:rPr>
                <a:t>Service</a:t>
              </a:r>
              <a:endParaRPr kumimoji="0" lang="en-US" sz="15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5791599" y="2982622"/>
              <a:ext cx="1639457" cy="653896"/>
            </a:xfrm>
            <a:prstGeom prst="roundRect">
              <a:avLst>
                <a:gd name="adj" fmla="val 6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t"/>
            <a:lstStyle/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Service </a:t>
              </a:r>
            </a:p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Management</a:t>
              </a:r>
            </a:p>
          </p:txBody>
        </p:sp>
        <p:grpSp>
          <p:nvGrpSpPr>
            <p:cNvPr id="81" name="Group 80"/>
            <p:cNvGrpSpPr/>
            <p:nvPr/>
          </p:nvGrpSpPr>
          <p:grpSpPr>
            <a:xfrm>
              <a:off x="6141421" y="4554820"/>
              <a:ext cx="939812" cy="381022"/>
              <a:chOff x="1331192" y="4606637"/>
              <a:chExt cx="939812" cy="381022"/>
            </a:xfrm>
          </p:grpSpPr>
          <p:cxnSp>
            <p:nvCxnSpPr>
              <p:cNvPr id="93" name="Straight Arrow Connector 92"/>
              <p:cNvCxnSpPr/>
              <p:nvPr/>
            </p:nvCxnSpPr>
            <p:spPr>
              <a:xfrm flipV="1">
                <a:off x="2271004" y="4606637"/>
                <a:ext cx="0" cy="38102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/>
              <p:nvPr/>
            </p:nvCxnSpPr>
            <p:spPr>
              <a:xfrm>
                <a:off x="1331192" y="4606637"/>
                <a:ext cx="0" cy="38102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/>
            <p:cNvGrpSpPr/>
            <p:nvPr/>
          </p:nvGrpSpPr>
          <p:grpSpPr>
            <a:xfrm rot="10800000">
              <a:off x="5526047" y="2533484"/>
              <a:ext cx="415637" cy="138546"/>
              <a:chOff x="5091551" y="946727"/>
              <a:chExt cx="415637" cy="138546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5091551" y="1016000"/>
                <a:ext cx="2655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91"/>
              <p:cNvSpPr/>
              <p:nvPr/>
            </p:nvSpPr>
            <p:spPr>
              <a:xfrm>
                <a:off x="5357097" y="946727"/>
                <a:ext cx="150091" cy="13854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D0D0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7304061" y="2261725"/>
              <a:ext cx="611532" cy="682064"/>
              <a:chOff x="2528460" y="2462020"/>
              <a:chExt cx="611532" cy="682064"/>
            </a:xfrm>
          </p:grpSpPr>
          <p:grpSp>
            <p:nvGrpSpPr>
              <p:cNvPr id="85" name="Group 84"/>
              <p:cNvGrpSpPr/>
              <p:nvPr/>
            </p:nvGrpSpPr>
            <p:grpSpPr>
              <a:xfrm>
                <a:off x="2528460" y="2462020"/>
                <a:ext cx="609217" cy="310309"/>
                <a:chOff x="3094187" y="2472146"/>
                <a:chExt cx="609217" cy="310309"/>
              </a:xfrm>
            </p:grpSpPr>
            <p:sp>
              <p:nvSpPr>
                <p:cNvPr id="89" name="Arc 88"/>
                <p:cNvSpPr/>
                <p:nvPr/>
              </p:nvSpPr>
              <p:spPr>
                <a:xfrm rot="10800000">
                  <a:off x="3385512" y="2472146"/>
                  <a:ext cx="317892" cy="310309"/>
                </a:xfrm>
                <a:prstGeom prst="arc">
                  <a:avLst>
                    <a:gd name="adj1" fmla="val 16709726"/>
                    <a:gd name="adj2" fmla="val 5178448"/>
                  </a:avLst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0" name="Straight Connector 89"/>
                <p:cNvCxnSpPr/>
                <p:nvPr/>
              </p:nvCxnSpPr>
              <p:spPr>
                <a:xfrm flipH="1">
                  <a:off x="3094187" y="2620818"/>
                  <a:ext cx="291325" cy="0"/>
                </a:xfrm>
                <a:prstGeom prst="line">
                  <a:avLst/>
                </a:prstGeom>
                <a:ln>
                  <a:solidFill>
                    <a:srgbClr val="0D0D0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/>
            </p:nvGrpSpPr>
            <p:grpSpPr>
              <a:xfrm>
                <a:off x="2530775" y="2833775"/>
                <a:ext cx="609217" cy="310309"/>
                <a:chOff x="3094187" y="2472146"/>
                <a:chExt cx="609217" cy="310309"/>
              </a:xfrm>
            </p:grpSpPr>
            <p:sp>
              <p:nvSpPr>
                <p:cNvPr id="87" name="Arc 86"/>
                <p:cNvSpPr/>
                <p:nvPr/>
              </p:nvSpPr>
              <p:spPr>
                <a:xfrm rot="10800000">
                  <a:off x="3385512" y="2472146"/>
                  <a:ext cx="317892" cy="310309"/>
                </a:xfrm>
                <a:prstGeom prst="arc">
                  <a:avLst>
                    <a:gd name="adj1" fmla="val 16709726"/>
                    <a:gd name="adj2" fmla="val 5178448"/>
                  </a:avLst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8" name="Straight Connector 87"/>
                <p:cNvCxnSpPr/>
                <p:nvPr/>
              </p:nvCxnSpPr>
              <p:spPr>
                <a:xfrm flipH="1">
                  <a:off x="3094187" y="2620818"/>
                  <a:ext cx="291325" cy="0"/>
                </a:xfrm>
                <a:prstGeom prst="line">
                  <a:avLst/>
                </a:prstGeom>
                <a:ln>
                  <a:solidFill>
                    <a:srgbClr val="0D0D0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4" name="AutoShape 201"/>
            <p:cNvSpPr>
              <a:spLocks noChangeArrowheads="1"/>
            </p:cNvSpPr>
            <p:nvPr/>
          </p:nvSpPr>
          <p:spPr bwMode="auto">
            <a:xfrm>
              <a:off x="5791599" y="2256393"/>
              <a:ext cx="1639457" cy="692728"/>
            </a:xfrm>
            <a:prstGeom prst="roundRect">
              <a:avLst>
                <a:gd name="adj" fmla="val 4635"/>
              </a:avLst>
            </a:prstGeom>
            <a:gradFill rotWithShape="1">
              <a:gsLst>
                <a:gs pos="0">
                  <a:srgbClr val="E8E8FA"/>
                </a:gs>
                <a:gs pos="64999">
                  <a:srgbClr val="C3C3EF"/>
                </a:gs>
                <a:gs pos="100000">
                  <a:srgbClr val="A8A8EA"/>
                </a:gs>
              </a:gsLst>
              <a:lin ang="5400000" scaled="1"/>
            </a:gradFill>
            <a:ln w="9525">
              <a:solidFill>
                <a:srgbClr val="2F2F9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Arial"/>
                  <a:cs typeface="Arial"/>
                </a:rPr>
                <a:t>Service</a:t>
              </a:r>
              <a:endParaRPr kumimoji="0" lang="en-US" sz="15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</a:endParaRPr>
            </a:p>
          </p:txBody>
        </p:sp>
        <p:cxnSp>
          <p:nvCxnSpPr>
            <p:cNvPr id="24" name="Straight Arrow Connector 23"/>
            <p:cNvCxnSpPr>
              <a:stCxn id="92" idx="5"/>
              <a:endCxn id="72" idx="1"/>
            </p:cNvCxnSpPr>
            <p:nvPr/>
          </p:nvCxnSpPr>
          <p:spPr>
            <a:xfrm flipH="1" flipV="1">
              <a:off x="5219131" y="1727172"/>
              <a:ext cx="328896" cy="826602"/>
            </a:xfrm>
            <a:prstGeom prst="straightConnector1">
              <a:avLst/>
            </a:prstGeom>
            <a:ln>
              <a:solidFill>
                <a:srgbClr val="0D0D0D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75" idx="7"/>
            </p:cNvCxnSpPr>
            <p:nvPr/>
          </p:nvCxnSpPr>
          <p:spPr>
            <a:xfrm flipH="1">
              <a:off x="2663154" y="1962033"/>
              <a:ext cx="349672" cy="545863"/>
            </a:xfrm>
            <a:prstGeom prst="straightConnector1">
              <a:avLst/>
            </a:prstGeom>
            <a:ln>
              <a:solidFill>
                <a:srgbClr val="0D0D0D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ounded Rectangle 52"/>
            <p:cNvSpPr/>
            <p:nvPr/>
          </p:nvSpPr>
          <p:spPr>
            <a:xfrm>
              <a:off x="698106" y="3636517"/>
              <a:ext cx="1639457" cy="959801"/>
            </a:xfrm>
            <a:prstGeom prst="roundRect">
              <a:avLst>
                <a:gd name="adj" fmla="val 6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Node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5791599" y="3649652"/>
              <a:ext cx="1639457" cy="905168"/>
            </a:xfrm>
            <a:prstGeom prst="roundRect">
              <a:avLst>
                <a:gd name="adj" fmla="val 6990"/>
              </a:avLst>
            </a:prstGeom>
            <a:solidFill>
              <a:schemeClr val="bg1">
                <a:lumMod val="85000"/>
              </a:schemeClr>
            </a:solidFill>
            <a:ln w="381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eaLnBrk="0" hangingPunct="0"/>
              <a:r>
                <a:rPr lang="en-US" sz="1500" b="1" kern="0" dirty="0">
                  <a:solidFill>
                    <a:sysClr val="windowText" lastClr="000000"/>
                  </a:solidFill>
                  <a:latin typeface="Arial"/>
                  <a:cs typeface="Arial"/>
                </a:rPr>
                <a:t>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159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6653</TotalTime>
  <Words>36</Words>
  <Application>Microsoft Macintosh PowerPoint</Application>
  <PresentationFormat>On-screen Show (4:3)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inria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inria inria</dc:creator>
  <cp:lastModifiedBy>Mauro Caporuscio</cp:lastModifiedBy>
  <cp:revision>159</cp:revision>
  <dcterms:created xsi:type="dcterms:W3CDTF">2009-10-19T10:28:28Z</dcterms:created>
  <dcterms:modified xsi:type="dcterms:W3CDTF">2020-05-13T14:19:32Z</dcterms:modified>
</cp:coreProperties>
</file>